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 출처: 국가관리관측망(2024).xlsx, 국가관리측정망 상세제원.xlsx, 2025 지하수 조사연보. 차트는 국가관리관측망_2024_수온_인터랙티브.html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수온분석 보고서 v1.7 4장(데이터 품질 검토), 3.5절·3.8절, 5.6절(좌표 결측 33%).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많다. 그러나 아직 읽히지 않는다.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국가관리관측망 2024년 지하수 수온 · 1,112개 시계열을 한 화면에 겹친 모습 (인터랙티브 탐색기 캡처)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806440" cy="3054096"/>
          </a:xfrm>
          <a:prstGeom prst="roundRect">
            <a:avLst>
              <a:gd name="adj" fmla="val 2395"/>
            </a:avLst>
          </a:prstGeom>
          <a:solidFill>
            <a:srgbClr val="F7F8FA"/>
          </a:solidFill>
          <a:ln w="9525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hart_ligh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5660136" cy="2907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26280" y="1280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17720" y="1389888"/>
            <a:ext cx="201168" cy="36576"/>
          </a:xfrm>
          <a:prstGeom prst="rect">
            <a:avLst/>
          </a:prstGeom>
          <a:solidFill>
            <a:srgbClr val="2A63C4"/>
          </a:solidFill>
          <a:ln w="12700">
            <a:solidFill>
              <a:srgbClr val="2A63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55464" y="1280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암반 712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394960" y="1389888"/>
            <a:ext cx="201168" cy="36576"/>
          </a:xfrm>
          <a:prstGeom prst="rect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32704" y="12801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충적 400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265176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D7D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651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7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13–17°C 띠에 수백 개가 겹침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48132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086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0" y="14813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8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여름철 20°C 이상 급변·극단값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60120" y="370332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841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703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연중 일직선 = 센서 고착 의심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43434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겹친 띠·튀는 선·일직선이 뒤섞여 있어, 어느 지점이 정상이고 어느 값이 이상인지 이 상태로는 판별할 수 없다.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D7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583680" y="1517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관측소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368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암반 712 · 충적 400 관정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83680" y="1938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D7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1,112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583680" y="2267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0" y="24414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일 단위 수온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83680" y="26883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D7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40.7만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583680" y="30175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관측값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583680" y="3191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수온 1개 항목, 1년치만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583680" y="34381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3D7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9년 × 3항목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583680" y="37673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 범위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83680" y="3941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2016–2024 · 수위·수온·전기전도도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583680" y="41879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E08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182만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583680" y="4517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관정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583680" y="4690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지하수 조사연보, 17개 시도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체계적인 분석 체계가 먼저 필요한 이유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원자료를 그대로 쓰면 통계도, 지도도, 잠재량도 신뢰할 수 없다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538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37160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7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양이 많다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225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 830 MB 이상 (zip·xlsx 40여 개 파일)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관측망 연도별 9개 파일 × 수위·수온·전기전도도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조사연보 17개 시도 파일, 등록 관정 182만 개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상세제원 44개 속성 (좌표·표고·심도·케이싱 등)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59836" y="118872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FDF1E4"/>
          </a:solidFill>
          <a:ln w="12700">
            <a:solidFill>
              <a:srgbClr val="FDF1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2716" y="1371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145389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8204" y="137160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 흩어져 있다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42716" y="1874520"/>
            <a:ext cx="225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연도별·시도별로 파일이 나뉘어 통합 없이는 비교 불가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좌표가 도분초 문자열, 관정 33%는 좌표 결측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암반/충적 구분·센서 심도가 별도 파일에 분리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심도 10·20·30 m에 집중, 명칭 규칙 불일치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62472" y="1188720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45352" y="1371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5389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37160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검증되지 않은 품질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45352" y="1874520"/>
            <a:ext cx="225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연중 값이 전혀 변하지 않는 고정 시계열 132개 (12%)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1°C 이상 급변 64개, 그중 20개가 9/21–22 호우에 집중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극단값 7개 (예: 5.2 → 27.0°C), 결측 과다 11개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수온 범위 5.1–28.5°C, 정상·이상 경계가 정의되지 않음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없이 연평균을 내면 8곳 중 1곳은 센서 고착값을 그대로 포함한다.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파이프라인이 결과 신뢰의 전제다.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2272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696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40142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수집·통합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69264" y="42885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연도·시도별 파일 통합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2359152" y="38862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256032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2272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41696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72384" y="40142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정제·QC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072384" y="42885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고정·급변·극단·결측 판별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462272" y="38862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466344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2272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1696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75504" y="40142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표준화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175504" y="42885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변환, 관정 구분·심도 결합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6565392" y="38862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27"/>
          <p:cNvSpPr/>
          <p:nvPr/>
        </p:nvSpPr>
        <p:spPr>
          <a:xfrm>
            <a:off x="6766560" y="3886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3D7DE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416966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78624" y="40142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분석·산출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7278624" y="42885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9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시계열·보간·잠재량 산정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환경부 수열과제 지하수DB</dc:creator>
  <cp:lastModifiedBy>환경부 수열과제 지하수DB</cp:lastModifiedBy>
  <cp:revision>1</cp:revision>
  <dcterms:created xsi:type="dcterms:W3CDTF">2026-09-04T11:55:06Z</dcterms:created>
  <dcterms:modified xsi:type="dcterms:W3CDTF">2026-09-04T11:55:06Z</dcterms:modified>
</cp:coreProperties>
</file>